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Conformal Risk Control for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Safety-Critical Wildfire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Evacuation Mapping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Tabular, Spatial, and Graph-Based Models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3977640"/>
            <a:ext cx="3657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Baljinnyam Dayan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 London  |  ELEC70122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Kill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perimeters are built pixel by pixel — each missed fire pixel is a gap in the safety boundary. Standard models miss 48–93% of fires at conventional thresholds.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Evacuations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perimeters cause residents outside the official zone to self-evacuate, congesting roads and trapping those in genuine danger (Zhao et al., 2022).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4632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92.8%</a:t>
            </a:r>
            <a:endParaRPr lang="en-US" sz="6000" dirty="0"/>
          </a:p>
        </p:txBody>
      </p:sp>
      <p:sp>
        <p:nvSpPr>
          <p:cNvPr id="12" name="Text 8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fires missed by LightGBM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standard threshold (p ≥ 0.5)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by U-Net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8580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48.5%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8580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by ResGNN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safe at p ≥ 0.5.  We need distribution-free guarantees.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25603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560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work on spread prediction (CNNs, GNNs, U-Nets). All evaluate on accuracy metrics: F1, IoU, AUROC.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25603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2560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provides distribution-free safety guarantees. Applied to medical imaging, autonomous driving, NLP.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280160"/>
            <a:ext cx="2606040" cy="25603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Link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63640" y="2560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covers medical imaging and autonomous driving, but wildfire spread — where false negatives are deadliest — lacks distribution-free guarantees.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of conformal risk control to wildfire spread prediction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ML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6916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&amp; Coogan (2020) — 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Radke et al. (2019) — FireCast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Huot et al. (2022) — NDWS dataset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accuracy metrics only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Methods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Vovk et al. (2005) — Foundations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Romano et al. (2020) — Adaptive sets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Angelopoulos et al. (2022) — CRC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applied to geospatial/disaster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UQ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5800" y="35204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 (2017) — Miscalibration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(1999) — Platt scaling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finite-sample guarantees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uncertainty only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30175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ML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37760" y="35204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Amodei et al. (2016) — AI safety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cost ≫ FP cost in evacuation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guarantees needed, not just empirical perf.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Wildfire: no guarantees until now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34440"/>
            <a:ext cx="196596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18,545 samples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patches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channels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4884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331720" y="1234440"/>
            <a:ext cx="196596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4173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31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4231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U-Net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ResGNN-UNet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14884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89120" y="1234440"/>
            <a:ext cx="196596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417320"/>
            <a:ext cx="502920" cy="502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805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4805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≤ 0.05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Finite-sample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148840"/>
            <a:ext cx="320040" cy="32004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446520" y="1234440"/>
            <a:ext cx="196596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417320"/>
            <a:ext cx="502920" cy="5029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379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65379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coverage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zones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triage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40080" y="4160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splits (seed 42, 70/15/15) — calibration set never used in 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+ splits across all models — fair architectural comparison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applied uniformly post-hoc — model-agnostic safety wrapper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CRC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predicted probabilities on held-out calibration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probabilities of true fire pixels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α-quantile as threshold λ̂ (the "safety cutoff")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λ̂ unchanged to test data → guaranteed FNR ≤ 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E[FNR(λ̂)] ≤ α = 0.05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regardless of model quality, calibration, or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97180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49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937760" y="3383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decouples safety from efficiency.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→ evacuation zone size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→ fire coverage guarantee</a:t>
            </a:r>
            <a:endParaRPr lang="en-US" sz="1300" dirty="0"/>
          </a:p>
        </p:txBody>
      </p:sp>
      <p:pic>
        <p:nvPicPr>
          <p:cNvPr id="25" name="Image 1" descr="/Users/artisan/coding/fire/figures/fnr_swee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931920"/>
            <a:ext cx="3840480" cy="10515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389120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vs. threshold: U-Net stays safe over a much wider range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 Families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143000"/>
            <a:ext cx="2651760" cy="33832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Baseline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features (12 channels)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treated independently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pixel subsampling for memory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objective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977640"/>
            <a:ext cx="1737360" cy="4114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AUROC 0.854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108960" y="1143000"/>
            <a:ext cx="2651760" cy="33832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08960" y="11430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U-Net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2461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CNN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29184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470K parameters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encoder + 2 decoder blocks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connections, 1×1 conv head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annealing, 50 epochs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66160" y="3977640"/>
            <a:ext cx="1737360" cy="4114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9" name="Text 15"/>
          <p:cNvSpPr/>
          <p:nvPr/>
        </p:nvSpPr>
        <p:spPr>
          <a:xfrm>
            <a:off x="356616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AUROC 0.969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897880" y="1143000"/>
            <a:ext cx="2651760" cy="33832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97880" y="11430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7160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ResGNN-UNet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03504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CNN Hybrid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807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229K parameters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 → GAT bottleneck → decoder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GATConv layers, 4 heads each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Early-stopped at epoch 12/25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55080" y="3977640"/>
            <a:ext cx="1737360" cy="4114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7" name="Text 22"/>
          <p:cNvSpPr/>
          <p:nvPr/>
        </p:nvSpPr>
        <p:spPr>
          <a:xfrm>
            <a:off x="635508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AUROC 0.951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complexity: pixel-independent → local spatial → graph propagation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CRC Extension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 &lt; λ_min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λ_min ≤ p̂ &lt; λ_max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EVACUATE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 ≥ λ_max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evacuation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691640"/>
            <a:ext cx="228600" cy="22860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69164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Parameters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0080" y="3291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c_fn = 5 (missed fire cost) vs c_fp = 1 (false alarm cost)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Asymmetric: missing fire risks lives; over-alerting causes logistics issues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interval ρ ∈ [0.9, 1.1] for mild prevalence variation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F2937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434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42519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uncertain pixels to human review instead of forcing binary automated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Standard Thresholds Fail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/Users/artisan/coding/fire/figures/probability_cross_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cross-section through a U-Net prediction. Standard threshold (p ≥ 0.5, gray) misses most of the fire region. CRC threshold (λ̂ = 0.002, green) captures it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CRC Delivers Safety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731520"/>
                <a:gridCol w="1097280"/>
                <a:gridCol w="822960"/>
                <a:gridCol w="109728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FNR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Size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(p≥0.5)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+ CRC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(p≥0.5)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+ CRC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ResGNN (p≥0.5)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3840480" cy="10058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931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evacuation zones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vs LightGBM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same safety guarantee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3886200"/>
            <a:ext cx="3840480" cy="10058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3931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21792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coverage achieved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both models with CRC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 CRC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" name="Image 0" descr="/Users/artisan/coding/fire/figures/before_after_cr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 samples (0.5%, 2.7%, 7.8% fire prevalence). Red = missed fire. Green = correctly detected. Three-way zones show SAFE/MONITOR/EVACUATE routing.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threshold: 34–100% fires missed  →  CRC: 0–2% fires missed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Finding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F293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determines evacuation efficiency.  CRC determines safety.</a:t>
            </a:r>
            <a:endParaRPr lang="en-US" sz="1800" dirty="0"/>
          </a:p>
        </p:txBody>
      </p:sp>
      <p:pic>
        <p:nvPicPr>
          <p:cNvPr id="6" name="Image 0" descr="/Users/artisan/coding/fire/figures/three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737360"/>
            <a:ext cx="859536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≠ better separation: ResGNN-UNet (229K, graph attention) achieves lower AUROC than Tiny U-Net (470K, standard conv) on 64×64 patches.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Zone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EVACUATE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7432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Zone Collapses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3246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~5% fire prevalence: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B_pw = max(5 × 0.05, 1 × 0.95) = 0.95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majority-class term c_fp · π₀. The shift correction exceeds the CRC threshold, pushing λ_min below zero. All non-evacuated pixels routed to human review.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of prevalence-weighted bounds in rare-event regimes (π₀ ≫ π₁)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CRC Deep Dive: Same Model, Different Thresholds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" name="Image 0" descr="/Users/artisan/coding/fire/figures/crc_deep_d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68680"/>
            <a:ext cx="87782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thresholding (p ≥ 0.5) catches 56% of fires. CRC (λ̂ = 0.002) catches 100%. Green shading marks pixels saved by CRC.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98448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safe without CRC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thresholding captures only 7–52% of fires across all architectures.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6712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67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guarantees safety regardless of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calibrated models achieve ≥94% coverage on held-out test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3580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determines efficiency, not safety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U-Net achieves 4.2× tighter evacuation zones than LightGBM under identical CRC guarantee.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0448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794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without separation is waste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14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Graph-augmented ResGNN-UNet underperforms standard U-Net in AUROC despite more complex architecture.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+ CRC provides stronger safety AND tighter zones than a complex model evaluated on F1 alone.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CRC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each zone boundary independently (FNR-CRC for λ_max, FPR-CRC for λ_min) to resolve SAFE zone collapse under imbalance.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Image-Level CRC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92040" y="16916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pixel-pooled to per-image FNR losses. Restores theoretical exchangeability, produces operationally meaningful per-image guarantees.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83464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AUROC–Efficiency Formalization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" y="3383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closed-form relationship between model discrimination and evacuation cost. Answer: what AUROC for a target zone size?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283464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Geographic Shift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92040" y="3383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CRC robustness under seasonal/climate shift using temporally stratified splits and multi-region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Baljinnyam Dayan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baljinnyam.dayan25@imperial.ac.uk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3434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github.com/baljinnyamday/wildfire-evacuation-crc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Conformal Risk Control for Safety-Critical Wildfire Evacuation Mapping</dc:title>
  <dc:subject>PptxGenJS Presentation</dc:subject>
  <dc:creator>Baljinnyam Dayan</dc:creator>
  <cp:lastModifiedBy>Baljinnyam Dayan</cp:lastModifiedBy>
  <cp:revision>1</cp:revision>
  <dcterms:created xsi:type="dcterms:W3CDTF">2026-03-19T10:17:23Z</dcterms:created>
  <dcterms:modified xsi:type="dcterms:W3CDTF">2026-03-19T10:17:23Z</dcterms:modified>
</cp:coreProperties>
</file>